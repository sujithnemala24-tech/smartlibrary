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F04D-22BB-87B7-DAEB-D9B028A7D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90ADE-0282-7EB0-9CDB-F582B8092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E827-A69C-5318-E951-26C9FF83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1348-A70F-3219-1A6E-FEAC6513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20B50-79FB-7BE6-B545-DAED9F32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15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05D4-A259-D0E9-E406-6144C4A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1AC7-DAA5-FD6C-D4DB-2F15B93AA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81BEB-ED47-CD8B-1FF0-4DE89805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05EFA-932E-BE9C-48C2-1C6B8CFD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F8A32-3FC6-A71D-EEC7-FE8BD333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7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BEEC-C0FD-2D70-5CCD-34B34448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93E-5087-99CC-40EA-574F8980D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AB49-9839-95CF-1962-99B01B13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8D7B-ED81-693A-C4E0-7BBB1605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C4E0C-821E-B08D-05A3-BD130943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499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DE1E-A376-AAAE-1FBA-5D13A089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F737D-84E1-631D-5A60-95FA795A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4A93B-C2BA-7037-2020-CD001C610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70498-CF15-14AF-F525-A256169C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77B97-6287-17C9-39B8-7A877C33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355CF-0323-8400-C53A-507F08EC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7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13F7-68CC-BAE6-A85F-0AA87EC8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24306-340A-8BE0-8846-BE4FE246D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38D13-8C10-4815-96BF-2D22F2722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7F391-CD28-49A0-8C61-420C0871B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D7401-A4A2-12E7-9404-018C8E984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D248B-AC31-2E36-E797-A58D97B8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5AC04-A589-6D26-6015-C9918C9C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0AC26-66F0-DC67-21E4-9E7A9FD7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1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9BDA-4217-4549-8D29-D0B5FCC3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966D9-8CD9-8CD2-2C7D-ED195056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1F009-EE94-7182-ED48-C292A406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76B94-9E55-4999-E518-C79A8D81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34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76FA3-E6C7-BEA9-D1D6-B19C265D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595C9-9C7E-B171-DD93-4DFD58E7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6D5EC-0617-89F9-E0FC-ED769D53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8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86D9-AB63-0D84-F5A3-0DEA815B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BB25-5C68-7841-CD1E-6BE61B2D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72D0D-4EA7-20FD-C903-82A842BF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80D42-8D76-A489-48AB-E83825FE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90167-0654-5F0B-7E92-2FD59CC1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B597D-A20D-5CB0-E850-19E1E6FE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58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64C7-9387-7374-A591-E18E318B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9426B-9FED-D1EE-F47E-55FF75FCBF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5984B-C048-5E09-63C6-8FE1B965B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4BD-DF3D-1E1F-B8EE-F853A0DF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87347-C36B-7EC8-747B-E8703C28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5FF87-D849-FB30-81BD-89EE6DBB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9F62-4F16-0FFC-BB84-377A1A65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66B01-36A1-42DF-17EC-4EE6BD47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375B4-D508-825B-901D-201DBFDB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459-AF93-64EC-26D9-BA799497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0648A-2BA5-5DD2-2AF2-A19C8BEA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6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2AA73-7F0D-99B6-875C-4681F5145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96F42-002D-334C-CB59-BDD9B7DD7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AB87F-CD80-514C-9293-0D7F88A7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8CE75-0FB2-BEB1-2A31-164DAE5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CA3A5-9F74-F755-72CB-877DDC6D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93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99212-A291-B053-D185-9268B8D4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84F18-84D0-4336-A89F-F330A62A6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CA8A-92EA-4A0B-1A55-E63C47F3F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C6F79-FE00-429D-9A0D-541801AC544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A8357-CADF-D56A-04AB-C6B479323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3627-B8C9-C9F5-27B5-66785B122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E6507-E7F6-4FF1-929B-9810D19DC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29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85476-FE4F-DF72-B0AC-8CFFF739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1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66307-0100-3BE9-428F-E8BC431A7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2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C24C5-0ECF-C8F5-864A-66D99711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1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84518-9808-E477-C1B3-C8F343631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9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678498-8BBD-02F8-A9AD-08320A3C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7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572FD-97CB-6408-D378-B7F9443D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7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F968E1-069C-9728-7BD0-8F30ADBA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1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0AD6A-D7A5-8CEE-4E74-C9A2FF33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349E4-A1A7-920C-94E7-3DDFD2205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46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C3DC8-2AC0-8720-25AE-934A247CB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5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Naga Sai Bommisetty</dc:creator>
  <cp:lastModifiedBy>Manikanta Naga Sai Bommisetty</cp:lastModifiedBy>
  <cp:revision>1</cp:revision>
  <dcterms:created xsi:type="dcterms:W3CDTF">2026-10-16T06:15:18Z</dcterms:created>
  <dcterms:modified xsi:type="dcterms:W3CDTF">2026-10-16T06:18:25Z</dcterms:modified>
</cp:coreProperties>
</file>